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EBF AI-Zielbild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Vom Wissenschatbot zur AI-Plattform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Ausgangssituation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WebUI</a:t>
            </a:r>
          </a:p>
          <a:p>
            <a:r>
              <a:t>RAG (Chroma)</a:t>
            </a:r>
          </a:p>
          <a:p>
            <a:r>
              <a:t>MLX / RunPod</a:t>
            </a:r>
          </a:p>
          <a:p>
            <a:r>
              <a:t>Entra</a:t>
            </a:r>
          </a:p>
          <a:p/>
          <a:p>
            <a:r>
              <a:t>→ Wissenschatbot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Zentrale Erkenntnis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Unterschied zu ChatGPT liegt NICHT im Modell</a:t>
            </a:r>
          </a:p>
          <a:p>
            <a:r>
              <a:t>sondern in der Architektur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Reifegradmodell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Stufe 1: Wissenschatbot</a:t>
            </a:r>
          </a:p>
          <a:p>
            <a:r>
              <a:t>Stufe 2: Arbeitsassistent</a:t>
            </a:r>
          </a:p>
          <a:p>
            <a:r>
              <a:t>Stufe 3: AI-Plattform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fehlt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 Layer</a:t>
            </a:r>
          </a:p>
          <a:p>
            <a:r>
              <a:t>Orchestrierung</a:t>
            </a:r>
          </a:p>
          <a:p>
            <a:r>
              <a:t>Memory</a:t>
            </a:r>
          </a:p>
          <a:p>
            <a:r>
              <a:t>Retrieval-Qualität</a:t>
            </a:r>
          </a:p>
          <a:p>
            <a:r>
              <a:t>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Zielarchitektur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Entra → WebUI → Orchestrierung → RAG → LLM →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RAG stabilisieren</a:t>
            </a:r>
          </a:p>
          <a:p>
            <a:r>
              <a:t>Phase 2: Arbeitslogik</a:t>
            </a:r>
          </a:p>
          <a:p>
            <a:r>
              <a:t>Phase 3: Tools &amp;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Strategischer Nutzen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Produktivität steigern</a:t>
            </a:r>
          </a:p>
          <a:p>
            <a:r>
              <a:t>Wissen nutzbar machen</a:t>
            </a:r>
          </a:p>
          <a:p>
            <a:r>
              <a:t>Prozesse automatisieren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TL;DR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Heute: Wissenschatbot</a:t>
            </a:r>
          </a:p>
          <a:p>
            <a:r>
              <a:t>Ziel: AI-Plattform</a:t>
            </a:r>
          </a:p>
          <a:p>
            <a:r>
              <a:t>Hebel: Architektur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